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4" r:id="rId6"/>
    <p:sldId id="265" r:id="rId7"/>
    <p:sldId id="263" r:id="rId8"/>
  </p:sldIdLst>
  <p:sldSz cx="195072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1E8A"/>
    <a:srgbClr val="BBBAF0"/>
    <a:srgbClr val="0C0B31"/>
    <a:srgbClr val="DFA3E5"/>
    <a:srgbClr val="3D39D3"/>
    <a:srgbClr val="1B1971"/>
    <a:srgbClr val="EBEBFF"/>
    <a:srgbClr val="E5E5F9"/>
    <a:srgbClr val="231F20"/>
    <a:srgbClr val="DEDB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0" autoAdjust="0"/>
  </p:normalViewPr>
  <p:slideViewPr>
    <p:cSldViewPr snapToGrid="0">
      <p:cViewPr>
        <p:scale>
          <a:sx n="50" d="100"/>
          <a:sy n="50" d="100"/>
        </p:scale>
        <p:origin x="34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19081-496A-47E1-AC25-A10DB187F6E2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AF34C-4B25-409C-9C1E-46A2807ADDE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7394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1pPr>
    <a:lvl2pPr marL="648492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2pPr>
    <a:lvl3pPr marL="1296984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3pPr>
    <a:lvl4pPr marL="1945478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4pPr>
    <a:lvl5pPr marL="2593970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5pPr>
    <a:lvl6pPr marL="3242462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6pPr>
    <a:lvl7pPr marL="3890954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7pPr>
    <a:lvl8pPr marL="4539448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8pPr>
    <a:lvl9pPr marL="5187940" algn="l" defTabSz="1296984" rtl="0" eaLnBrk="1" latinLnBrk="0" hangingPunct="1">
      <a:defRPr sz="17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AF34C-4B25-409C-9C1E-46A2807ADDEA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89528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3E840-0A9D-E5B6-E55E-5218CF67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61E63-2163-FD4F-A670-CD5FE2E39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DD56D-A2A4-82B2-C508-AC0FF1C88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3A05C-DD83-26F3-8FC7-599487A2E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AF34C-4B25-409C-9C1E-46A2807ADDEA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84298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90A8-90D4-80C1-F45B-97526BCB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C770-E816-77C5-9DF2-DDD5FCE24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A3490-9C27-2C59-6413-7A1E1055C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0C6A6-B114-4AC0-71CE-1B65E6EB5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AF34C-4B25-409C-9C1E-46A2807ADDEA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61859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8B5B-B3D5-5FB3-83B3-BE2ED400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5E933-D41D-BC2F-283D-7C9E8B6C8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7F907-614F-1FC4-339E-1A4930327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E9857-469D-24EE-FFA5-47B2C4CBF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AF34C-4B25-409C-9C1E-46A2807ADDEA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58506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D985-701D-C5E7-5A09-219F7818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EDF7E-04D6-D292-DCAF-F69A36D8C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358D1-1717-AD8D-4B83-9ED97EBFE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ED7F2-C492-B2DC-59BC-3C7CBFB00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AF34C-4B25-409C-9C1E-46A2807ADDEA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15903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7A6DE-0330-7A8F-40AB-BEF6D3C2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7E6CB-FC02-CDCE-23F8-EBF04C61F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4F1AC-F3AD-2103-40C6-7795A2DE6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61571-4B90-6C5F-E1C6-B2854DD3A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AF34C-4B25-409C-9C1E-46A2807ADDEA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28481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1795781"/>
            <a:ext cx="1463040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763261"/>
            <a:ext cx="146304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3170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6695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960" y="2735582"/>
            <a:ext cx="1682496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960" y="7343142"/>
            <a:ext cx="1682496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2632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2921000"/>
            <a:ext cx="829056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75520" y="2921000"/>
            <a:ext cx="829056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9481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584201"/>
            <a:ext cx="1682496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662" y="2689861"/>
            <a:ext cx="8252459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3662" y="4008120"/>
            <a:ext cx="8252459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75520" y="2689861"/>
            <a:ext cx="8293101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75520" y="4008120"/>
            <a:ext cx="829310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1151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80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5552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2" y="731520"/>
            <a:ext cx="629157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101" y="1579881"/>
            <a:ext cx="987552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2" y="3291840"/>
            <a:ext cx="629157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5300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2" y="731520"/>
            <a:ext cx="629157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3101" y="1579881"/>
            <a:ext cx="987552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2" y="3291840"/>
            <a:ext cx="629157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85889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9969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9840" y="584200"/>
            <a:ext cx="420624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1120" y="584200"/>
            <a:ext cx="1237488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2261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584201"/>
            <a:ext cx="1682496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2921000"/>
            <a:ext cx="1682496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1120" y="10170161"/>
            <a:ext cx="43891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7C583-AD05-4015-95DA-DAD2505A6079}" type="datetimeFigureOut">
              <a:rPr lang="ru-KZ" smtClean="0"/>
              <a:t>24.08.2025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1760" y="10170161"/>
            <a:ext cx="65836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76960" y="10170161"/>
            <a:ext cx="43891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A8208B-92DF-4052-AAE4-1DE1761C1E9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1541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5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AC877C-995D-04F6-69EF-3FF4E97554C0}"/>
              </a:ext>
            </a:extLst>
          </p:cNvPr>
          <p:cNvSpPr/>
          <p:nvPr/>
        </p:nvSpPr>
        <p:spPr>
          <a:xfrm>
            <a:off x="76200" y="76200"/>
            <a:ext cx="19354800" cy="10820400"/>
          </a:xfrm>
          <a:prstGeom prst="roundRect">
            <a:avLst>
              <a:gd name="adj" fmla="val 2875"/>
            </a:avLst>
          </a:prstGeom>
          <a:solidFill>
            <a:srgbClr val="523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D85497BF-F68D-6C31-28C2-AC4E0CF3D891}"/>
              </a:ext>
            </a:extLst>
          </p:cNvPr>
          <p:cNvSpPr/>
          <p:nvPr/>
        </p:nvSpPr>
        <p:spPr>
          <a:xfrm>
            <a:off x="76200" y="76200"/>
            <a:ext cx="19354800" cy="1005840"/>
          </a:xfrm>
          <a:prstGeom prst="round2SameRect">
            <a:avLst>
              <a:gd name="adj1" fmla="val 30182"/>
              <a:gd name="adj2" fmla="val 0"/>
            </a:avLst>
          </a:prstGeom>
          <a:solidFill>
            <a:srgbClr val="FF00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9A41D68-E400-A461-C3C6-514952FDEFA5}"/>
              </a:ext>
            </a:extLst>
          </p:cNvPr>
          <p:cNvSpPr/>
          <p:nvPr/>
        </p:nvSpPr>
        <p:spPr>
          <a:xfrm rot="10800000">
            <a:off x="76200" y="426723"/>
            <a:ext cx="19354800" cy="10469878"/>
          </a:xfrm>
          <a:prstGeom prst="round2SameRect">
            <a:avLst>
              <a:gd name="adj1" fmla="val 7131"/>
              <a:gd name="adj2" fmla="val 0"/>
            </a:avLst>
          </a:prstGeom>
          <a:solidFill>
            <a:srgbClr val="523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029515-F24A-7638-326E-670ACB4F15E4}"/>
              </a:ext>
            </a:extLst>
          </p:cNvPr>
          <p:cNvSpPr/>
          <p:nvPr/>
        </p:nvSpPr>
        <p:spPr>
          <a:xfrm>
            <a:off x="2719756" y="1297359"/>
            <a:ext cx="16556184" cy="9443446"/>
          </a:xfrm>
          <a:prstGeom prst="roundRect">
            <a:avLst>
              <a:gd name="adj" fmla="val 2875"/>
            </a:avLst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DBAA12-0E9A-F593-6A74-3974EA131917}"/>
              </a:ext>
            </a:extLst>
          </p:cNvPr>
          <p:cNvSpPr/>
          <p:nvPr/>
        </p:nvSpPr>
        <p:spPr>
          <a:xfrm>
            <a:off x="2948361" y="1525954"/>
            <a:ext cx="4379494" cy="8986244"/>
          </a:xfrm>
          <a:prstGeom prst="roundRect">
            <a:avLst>
              <a:gd name="adj" fmla="val 4943"/>
            </a:avLst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5896BD-3CB5-EA64-1402-C26315499845}"/>
              </a:ext>
            </a:extLst>
          </p:cNvPr>
          <p:cNvSpPr/>
          <p:nvPr/>
        </p:nvSpPr>
        <p:spPr>
          <a:xfrm>
            <a:off x="7556455" y="8083573"/>
            <a:ext cx="4379494" cy="2428630"/>
          </a:xfrm>
          <a:prstGeom prst="roundRect">
            <a:avLst>
              <a:gd name="adj" fmla="val 4943"/>
            </a:avLst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D304B3-B2C2-CD46-252C-8F1A42A79CB9}"/>
              </a:ext>
            </a:extLst>
          </p:cNvPr>
          <p:cNvSpPr/>
          <p:nvPr/>
        </p:nvSpPr>
        <p:spPr>
          <a:xfrm>
            <a:off x="12179355" y="8083571"/>
            <a:ext cx="4379494" cy="2428630"/>
          </a:xfrm>
          <a:prstGeom prst="roundRect">
            <a:avLst>
              <a:gd name="adj" fmla="val 4943"/>
            </a:avLst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63F4F6-817B-B7BB-05A8-E85C6C5ACAB1}"/>
              </a:ext>
            </a:extLst>
          </p:cNvPr>
          <p:cNvSpPr/>
          <p:nvPr/>
        </p:nvSpPr>
        <p:spPr>
          <a:xfrm>
            <a:off x="16787444" y="8083569"/>
            <a:ext cx="2266464" cy="2428630"/>
          </a:xfrm>
          <a:prstGeom prst="roundRect">
            <a:avLst>
              <a:gd name="adj" fmla="val 4943"/>
            </a:avLst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784A85-7104-4B58-79A3-C1D7FD25D583}"/>
              </a:ext>
            </a:extLst>
          </p:cNvPr>
          <p:cNvSpPr/>
          <p:nvPr/>
        </p:nvSpPr>
        <p:spPr>
          <a:xfrm>
            <a:off x="7556455" y="1525959"/>
            <a:ext cx="11497458" cy="2428630"/>
          </a:xfrm>
          <a:prstGeom prst="roundRect">
            <a:avLst>
              <a:gd name="adj" fmla="val 4943"/>
            </a:avLst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91F720-8CD2-C7D5-C950-9FAF89F62EB6}"/>
              </a:ext>
            </a:extLst>
          </p:cNvPr>
          <p:cNvSpPr/>
          <p:nvPr/>
        </p:nvSpPr>
        <p:spPr>
          <a:xfrm>
            <a:off x="7553171" y="4169898"/>
            <a:ext cx="11497458" cy="3685060"/>
          </a:xfrm>
          <a:prstGeom prst="roundRect">
            <a:avLst>
              <a:gd name="adj" fmla="val 4943"/>
            </a:avLst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</p:spTree>
    <p:extLst>
      <p:ext uri="{BB962C8B-B14F-4D97-AF65-F5344CB8AC3E}">
        <p14:creationId xmlns:p14="http://schemas.microsoft.com/office/powerpoint/2010/main" val="95882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E8499-348E-66EA-0F0F-5FB8F295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903D68-9E4B-FFF2-A956-F77415260874}"/>
              </a:ext>
            </a:extLst>
          </p:cNvPr>
          <p:cNvSpPr/>
          <p:nvPr/>
        </p:nvSpPr>
        <p:spPr>
          <a:xfrm>
            <a:off x="76200" y="76200"/>
            <a:ext cx="19354800" cy="10820400"/>
          </a:xfrm>
          <a:prstGeom prst="roundRect">
            <a:avLst>
              <a:gd name="adj" fmla="val 2875"/>
            </a:avLst>
          </a:prstGeom>
          <a:solidFill>
            <a:srgbClr val="523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142D050-8865-7589-55F4-0CD769B50CE6}"/>
              </a:ext>
            </a:extLst>
          </p:cNvPr>
          <p:cNvSpPr/>
          <p:nvPr/>
        </p:nvSpPr>
        <p:spPr>
          <a:xfrm>
            <a:off x="76200" y="76200"/>
            <a:ext cx="19354800" cy="1005840"/>
          </a:xfrm>
          <a:prstGeom prst="round2SameRect">
            <a:avLst>
              <a:gd name="adj1" fmla="val 30182"/>
              <a:gd name="adj2" fmla="val 0"/>
            </a:avLst>
          </a:prstGeom>
          <a:solidFill>
            <a:srgbClr val="FF00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8DBA23BF-63B4-6907-1FE4-2A73542DD1AE}"/>
              </a:ext>
            </a:extLst>
          </p:cNvPr>
          <p:cNvSpPr/>
          <p:nvPr/>
        </p:nvSpPr>
        <p:spPr>
          <a:xfrm rot="10800000">
            <a:off x="76200" y="426723"/>
            <a:ext cx="19354800" cy="10469878"/>
          </a:xfrm>
          <a:prstGeom prst="round2SameRect">
            <a:avLst>
              <a:gd name="adj1" fmla="val 7131"/>
              <a:gd name="adj2" fmla="val 0"/>
            </a:avLst>
          </a:prstGeom>
          <a:solidFill>
            <a:srgbClr val="523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F482EC-7BDB-4C98-5015-71FB18A59F47}"/>
              </a:ext>
            </a:extLst>
          </p:cNvPr>
          <p:cNvSpPr/>
          <p:nvPr/>
        </p:nvSpPr>
        <p:spPr>
          <a:xfrm>
            <a:off x="2719756" y="1297359"/>
            <a:ext cx="16556184" cy="9443446"/>
          </a:xfrm>
          <a:prstGeom prst="roundRect">
            <a:avLst>
              <a:gd name="adj" fmla="val 2875"/>
            </a:avLst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79BDC9-7E42-5404-F5E5-8F4B5A288613}"/>
              </a:ext>
            </a:extLst>
          </p:cNvPr>
          <p:cNvSpPr/>
          <p:nvPr/>
        </p:nvSpPr>
        <p:spPr>
          <a:xfrm>
            <a:off x="2948356" y="1525954"/>
            <a:ext cx="16099200" cy="8986244"/>
          </a:xfrm>
          <a:prstGeom prst="roundRect">
            <a:avLst>
              <a:gd name="adj" fmla="val 3247"/>
            </a:avLst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lumMod val="6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</p:spTree>
    <p:extLst>
      <p:ext uri="{BB962C8B-B14F-4D97-AF65-F5344CB8AC3E}">
        <p14:creationId xmlns:p14="http://schemas.microsoft.com/office/powerpoint/2010/main" val="426189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BFA10-E526-493C-9932-CDCE2FD6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B3BE8B8-97DC-1609-A87C-22899EB78908}"/>
              </a:ext>
            </a:extLst>
          </p:cNvPr>
          <p:cNvGrpSpPr/>
          <p:nvPr/>
        </p:nvGrpSpPr>
        <p:grpSpPr>
          <a:xfrm>
            <a:off x="5502033" y="410309"/>
            <a:ext cx="2063262" cy="2063262"/>
            <a:chOff x="2751014" y="205152"/>
            <a:chExt cx="1031631" cy="103163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E96ACCC-9232-7461-9823-C5FDAD68EB45}"/>
                </a:ext>
              </a:extLst>
            </p:cNvPr>
            <p:cNvSpPr/>
            <p:nvPr/>
          </p:nvSpPr>
          <p:spPr>
            <a:xfrm>
              <a:off x="2751014" y="205152"/>
              <a:ext cx="1031631" cy="1031631"/>
            </a:xfrm>
            <a:prstGeom prst="ellipse">
              <a:avLst/>
            </a:prstGeom>
            <a:solidFill>
              <a:srgbClr val="EBEBFF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KZ" sz="7200" dirty="0"/>
            </a:p>
          </p:txBody>
        </p:sp>
        <p:pic>
          <p:nvPicPr>
            <p:cNvPr id="11" name="Graphic 10" descr="Cycling with solid fill">
              <a:extLst>
                <a:ext uri="{FF2B5EF4-FFF2-40B4-BE49-F238E27FC236}">
                  <a16:creationId xmlns:a16="http://schemas.microsoft.com/office/drawing/2014/main" id="{5D4A6969-C0AD-0D83-1C0A-A55CEA242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13181" y="367319"/>
              <a:ext cx="707295" cy="70729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F2B1FE-516F-520C-73B4-9D1E9BBD8114}"/>
              </a:ext>
            </a:extLst>
          </p:cNvPr>
          <p:cNvGrpSpPr/>
          <p:nvPr/>
        </p:nvGrpSpPr>
        <p:grpSpPr>
          <a:xfrm>
            <a:off x="5502033" y="2941193"/>
            <a:ext cx="2063262" cy="2063262"/>
            <a:chOff x="2751014" y="1470594"/>
            <a:chExt cx="1031631" cy="103163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8D7B000-BD19-AB5A-A70C-914DDC6717DE}"/>
                </a:ext>
              </a:extLst>
            </p:cNvPr>
            <p:cNvSpPr/>
            <p:nvPr/>
          </p:nvSpPr>
          <p:spPr>
            <a:xfrm>
              <a:off x="2751014" y="1470594"/>
              <a:ext cx="1031631" cy="1031631"/>
            </a:xfrm>
            <a:prstGeom prst="ellipse">
              <a:avLst/>
            </a:prstGeom>
            <a:solidFill>
              <a:srgbClr val="EBEBFF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KZ" sz="7200"/>
            </a:p>
          </p:txBody>
        </p:sp>
        <p:pic>
          <p:nvPicPr>
            <p:cNvPr id="15" name="Graphic 14" descr="Stopwatch 75% with solid fill">
              <a:extLst>
                <a:ext uri="{FF2B5EF4-FFF2-40B4-BE49-F238E27FC236}">
                  <a16:creationId xmlns:a16="http://schemas.microsoft.com/office/drawing/2014/main" id="{0C319351-3FC6-79FB-5348-BA943BEDC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83874" y="1603455"/>
              <a:ext cx="765908" cy="76590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C74C9C-227A-772A-709A-0FBD34F29715}"/>
              </a:ext>
            </a:extLst>
          </p:cNvPr>
          <p:cNvGrpSpPr/>
          <p:nvPr/>
        </p:nvGrpSpPr>
        <p:grpSpPr>
          <a:xfrm>
            <a:off x="5502033" y="5472077"/>
            <a:ext cx="2063262" cy="2063262"/>
            <a:chOff x="2751014" y="2736036"/>
            <a:chExt cx="1031631" cy="103163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5933595-E152-8A9D-F2F0-CF030BD4FBA1}"/>
                </a:ext>
              </a:extLst>
            </p:cNvPr>
            <p:cNvSpPr/>
            <p:nvPr/>
          </p:nvSpPr>
          <p:spPr>
            <a:xfrm>
              <a:off x="2751014" y="2736036"/>
              <a:ext cx="1031631" cy="1031631"/>
            </a:xfrm>
            <a:prstGeom prst="ellipse">
              <a:avLst/>
            </a:prstGeom>
            <a:solidFill>
              <a:srgbClr val="EBEBFF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KZ" sz="7200" dirty="0"/>
            </a:p>
          </p:txBody>
        </p:sp>
        <p:pic>
          <p:nvPicPr>
            <p:cNvPr id="6" name="Graphic 5" descr="Clock with solid fill">
              <a:extLst>
                <a:ext uri="{FF2B5EF4-FFF2-40B4-BE49-F238E27FC236}">
                  <a16:creationId xmlns:a16="http://schemas.microsoft.com/office/drawing/2014/main" id="{1EAB0BF5-052B-7439-9A0A-FA5B1D304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39163" y="2824186"/>
              <a:ext cx="855329" cy="85532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85A6B7-8655-5013-FA82-0F507C144CB0}"/>
              </a:ext>
            </a:extLst>
          </p:cNvPr>
          <p:cNvGrpSpPr/>
          <p:nvPr/>
        </p:nvGrpSpPr>
        <p:grpSpPr>
          <a:xfrm>
            <a:off x="5245880" y="8002961"/>
            <a:ext cx="2575560" cy="1714500"/>
            <a:chOff x="5943600" y="2217680"/>
            <a:chExt cx="1287780" cy="85725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932E893-B8C5-B66C-F1BB-2F380053CC0D}"/>
                </a:ext>
              </a:extLst>
            </p:cNvPr>
            <p:cNvSpPr/>
            <p:nvPr/>
          </p:nvSpPr>
          <p:spPr>
            <a:xfrm>
              <a:off x="5943600" y="2286000"/>
              <a:ext cx="1287780" cy="732040"/>
            </a:xfrm>
            <a:prstGeom prst="roundRect">
              <a:avLst>
                <a:gd name="adj" fmla="val 50000"/>
              </a:avLst>
            </a:prstGeom>
            <a:solidFill>
              <a:srgbClr val="EBEBFF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KZ" sz="7200"/>
            </a:p>
          </p:txBody>
        </p:sp>
        <p:pic>
          <p:nvPicPr>
            <p:cNvPr id="8" name="Graphic 7" descr="Group with solid fill">
              <a:extLst>
                <a:ext uri="{FF2B5EF4-FFF2-40B4-BE49-F238E27FC236}">
                  <a16:creationId xmlns:a16="http://schemas.microsoft.com/office/drawing/2014/main" id="{478F1F5E-8BBC-D8B5-996C-E96E47DC6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53150" y="2217680"/>
              <a:ext cx="857250" cy="857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3375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8000">
              <a:srgbClr val="DEDBED"/>
            </a:gs>
            <a:gs pos="55000">
              <a:schemeClr val="accent3">
                <a:lumMod val="0"/>
                <a:lumOff val="100000"/>
              </a:schemeClr>
            </a:gs>
            <a:gs pos="0">
              <a:srgbClr val="F593E5"/>
            </a:gs>
            <a:gs pos="79000">
              <a:srgbClr val="9890C7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460111-F26A-E3CB-1712-BB6B25061B9E}"/>
              </a:ext>
            </a:extLst>
          </p:cNvPr>
          <p:cNvSpPr/>
          <p:nvPr/>
        </p:nvSpPr>
        <p:spPr>
          <a:xfrm>
            <a:off x="152400" y="152400"/>
            <a:ext cx="19202400" cy="10668000"/>
          </a:xfrm>
          <a:prstGeom prst="roundRect">
            <a:avLst>
              <a:gd name="adj" fmla="val 3909"/>
            </a:avLst>
          </a:prstGeom>
          <a:solidFill>
            <a:schemeClr val="bg1"/>
          </a:solidFill>
          <a:ln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B1119F-4A85-AA3D-CC5F-5338ABE0A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34" y="251817"/>
            <a:ext cx="3159244" cy="103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6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100000">
              <a:srgbClr val="1B1971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0D72B-6FFC-584C-AE5F-63BAEF04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312FAF-E77C-C74E-DCE8-5A1EFF1B0CEC}"/>
              </a:ext>
            </a:extLst>
          </p:cNvPr>
          <p:cNvSpPr/>
          <p:nvPr/>
        </p:nvSpPr>
        <p:spPr>
          <a:xfrm>
            <a:off x="152400" y="152400"/>
            <a:ext cx="19202400" cy="10668000"/>
          </a:xfrm>
          <a:prstGeom prst="roundRect">
            <a:avLst>
              <a:gd name="adj" fmla="val 1433"/>
            </a:avLst>
          </a:prstGeom>
          <a:ln w="12700">
            <a:solidFill>
              <a:srgbClr val="0C0B3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 dirty="0"/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61D7209A-F1E5-9A08-B1F6-F50A0F8D7C00}"/>
              </a:ext>
            </a:extLst>
          </p:cNvPr>
          <p:cNvSpPr/>
          <p:nvPr/>
        </p:nvSpPr>
        <p:spPr>
          <a:xfrm rot="5400000">
            <a:off x="6227300" y="-2291860"/>
            <a:ext cx="9761823" cy="16462696"/>
          </a:xfrm>
          <a:prstGeom prst="round1Rect">
            <a:avLst>
              <a:gd name="adj" fmla="val 1114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4A1947-E3BC-665F-250A-530156FDA9C2}"/>
              </a:ext>
            </a:extLst>
          </p:cNvPr>
          <p:cNvSpPr/>
          <p:nvPr/>
        </p:nvSpPr>
        <p:spPr>
          <a:xfrm>
            <a:off x="8753859" y="1203185"/>
            <a:ext cx="10440922" cy="6142498"/>
          </a:xfrm>
          <a:prstGeom prst="roundRect">
            <a:avLst>
              <a:gd name="adj" fmla="val 4943"/>
            </a:avLst>
          </a:prstGeom>
          <a:ln w="9525">
            <a:solidFill>
              <a:srgbClr val="0C0B3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B3D483-44A5-2030-3D8C-447457431457}"/>
              </a:ext>
            </a:extLst>
          </p:cNvPr>
          <p:cNvSpPr/>
          <p:nvPr/>
        </p:nvSpPr>
        <p:spPr>
          <a:xfrm>
            <a:off x="8753854" y="7490287"/>
            <a:ext cx="10440924" cy="3161214"/>
          </a:xfrm>
          <a:prstGeom prst="roundRect">
            <a:avLst>
              <a:gd name="adj" fmla="val 9888"/>
            </a:avLst>
          </a:prstGeom>
          <a:ln w="9525">
            <a:solidFill>
              <a:srgbClr val="0C0B3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 dirty="0"/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DCC61AEB-DC34-0F54-D739-BD9EEDD7449B}"/>
              </a:ext>
            </a:extLst>
          </p:cNvPr>
          <p:cNvSpPr/>
          <p:nvPr/>
        </p:nvSpPr>
        <p:spPr>
          <a:xfrm>
            <a:off x="2873053" y="152399"/>
            <a:ext cx="16477941" cy="912841"/>
          </a:xfrm>
          <a:prstGeom prst="round1Rect">
            <a:avLst/>
          </a:prstGeom>
          <a:solidFill>
            <a:srgbClr val="0C0B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0CB7BB9E-FF0F-3C12-2B94-16E87C8B53E8}"/>
              </a:ext>
            </a:extLst>
          </p:cNvPr>
          <p:cNvSpPr/>
          <p:nvPr/>
        </p:nvSpPr>
        <p:spPr>
          <a:xfrm>
            <a:off x="4236914" y="397692"/>
            <a:ext cx="3151164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449F27FC-9123-093E-F678-590AD8099F48}"/>
              </a:ext>
            </a:extLst>
          </p:cNvPr>
          <p:cNvSpPr/>
          <p:nvPr/>
        </p:nvSpPr>
        <p:spPr>
          <a:xfrm>
            <a:off x="9205154" y="397692"/>
            <a:ext cx="3151164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1432887B-24F5-C3D9-A087-BA4629342D55}"/>
              </a:ext>
            </a:extLst>
          </p:cNvPr>
          <p:cNvSpPr/>
          <p:nvPr/>
        </p:nvSpPr>
        <p:spPr>
          <a:xfrm>
            <a:off x="12847514" y="397692"/>
            <a:ext cx="3151164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7D3307-9F99-F9A1-1D08-6C18EB98985D}"/>
              </a:ext>
            </a:extLst>
          </p:cNvPr>
          <p:cNvSpPr/>
          <p:nvPr/>
        </p:nvSpPr>
        <p:spPr>
          <a:xfrm rot="16200000">
            <a:off x="1134883" y="1652529"/>
            <a:ext cx="731521" cy="2382820"/>
          </a:xfrm>
          <a:prstGeom prst="roundRect">
            <a:avLst>
              <a:gd name="adj" fmla="val 27778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A16A8592-F328-DCA6-3349-EEBFFEA6D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740" y="2583871"/>
            <a:ext cx="507600" cy="507600"/>
          </a:xfrm>
          <a:prstGeom prst="rect">
            <a:avLst/>
          </a:prstGeom>
        </p:spPr>
      </p:pic>
      <p:sp>
        <p:nvSpPr>
          <p:cNvPr id="10" name="Plaque 9">
            <a:extLst>
              <a:ext uri="{FF2B5EF4-FFF2-40B4-BE49-F238E27FC236}">
                <a16:creationId xmlns:a16="http://schemas.microsoft.com/office/drawing/2014/main" id="{DDFAB493-E085-8BB2-9C5B-A81980A0ECBD}"/>
              </a:ext>
            </a:extLst>
          </p:cNvPr>
          <p:cNvSpPr/>
          <p:nvPr/>
        </p:nvSpPr>
        <p:spPr>
          <a:xfrm>
            <a:off x="2692051" y="1328300"/>
            <a:ext cx="1264623" cy="1097280"/>
          </a:xfrm>
          <a:prstGeom prst="plaque">
            <a:avLst/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791A3F81-D355-CEAC-EA51-3B7BF34EB0AE}"/>
              </a:ext>
            </a:extLst>
          </p:cNvPr>
          <p:cNvSpPr/>
          <p:nvPr/>
        </p:nvSpPr>
        <p:spPr>
          <a:xfrm rot="16200000">
            <a:off x="1136473" y="683302"/>
            <a:ext cx="731521" cy="2386003"/>
          </a:xfrm>
          <a:prstGeom prst="round2SameRect">
            <a:avLst>
              <a:gd name="adj1" fmla="val 25694"/>
              <a:gd name="adj2" fmla="val 0"/>
            </a:avLst>
          </a:prstGeom>
          <a:gradFill>
            <a:gsLst>
              <a:gs pos="100000">
                <a:srgbClr val="EBEBFF"/>
              </a:gs>
              <a:gs pos="0">
                <a:srgbClr val="1B1971"/>
              </a:gs>
            </a:gsLst>
            <a:path path="circle">
              <a:fillToRect l="50000" t="-80000" r="50000" b="180000"/>
            </a:path>
          </a:gra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580010-3FA2-2FC1-2869-A82F0D339C97}"/>
              </a:ext>
            </a:extLst>
          </p:cNvPr>
          <p:cNvSpPr/>
          <p:nvPr/>
        </p:nvSpPr>
        <p:spPr>
          <a:xfrm>
            <a:off x="2625714" y="1520190"/>
            <a:ext cx="138734" cy="718186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62ACC6-04A0-0E7F-D511-6339EA0DD59A}"/>
              </a:ext>
            </a:extLst>
          </p:cNvPr>
          <p:cNvSpPr/>
          <p:nvPr/>
        </p:nvSpPr>
        <p:spPr>
          <a:xfrm rot="16200000">
            <a:off x="1134882" y="2620165"/>
            <a:ext cx="731521" cy="2382820"/>
          </a:xfrm>
          <a:prstGeom prst="roundRect">
            <a:avLst>
              <a:gd name="adj" fmla="val 27778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39" name="Graphic 38" descr="Man and woman with solid fill">
            <a:extLst>
              <a:ext uri="{FF2B5EF4-FFF2-40B4-BE49-F238E27FC236}">
                <a16:creationId xmlns:a16="http://schemas.microsoft.com/office/drawing/2014/main" id="{6037BCBB-13B0-492C-61DD-0AD0EF8234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740" y="3557775"/>
            <a:ext cx="507600" cy="507600"/>
          </a:xfrm>
          <a:prstGeom prst="rect">
            <a:avLst/>
          </a:prstGeom>
        </p:spPr>
      </p:pic>
      <p:pic>
        <p:nvPicPr>
          <p:cNvPr id="24" name="Graphic 23" descr="Projector screen with solid fill">
            <a:extLst>
              <a:ext uri="{FF2B5EF4-FFF2-40B4-BE49-F238E27FC236}">
                <a16:creationId xmlns:a16="http://schemas.microsoft.com/office/drawing/2014/main" id="{44B468C3-0DBE-AD19-9811-BFBD91C31B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625" y="1622945"/>
            <a:ext cx="506715" cy="50671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0DD7708-575F-C7B2-F6A7-AC601D5094C3}"/>
              </a:ext>
            </a:extLst>
          </p:cNvPr>
          <p:cNvSpPr/>
          <p:nvPr/>
        </p:nvSpPr>
        <p:spPr>
          <a:xfrm>
            <a:off x="2881481" y="1067145"/>
            <a:ext cx="1349232" cy="9584352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E2C045-EB3E-D651-78D5-378E6F59986F}"/>
              </a:ext>
            </a:extLst>
          </p:cNvPr>
          <p:cNvSpPr/>
          <p:nvPr/>
        </p:nvSpPr>
        <p:spPr>
          <a:xfrm>
            <a:off x="3023542" y="1203180"/>
            <a:ext cx="5577908" cy="6389484"/>
          </a:xfrm>
          <a:prstGeom prst="roundRect">
            <a:avLst>
              <a:gd name="adj" fmla="val 4943"/>
            </a:avLst>
          </a:prstGeom>
          <a:ln w="9525">
            <a:solidFill>
              <a:srgbClr val="0C0B3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AF5387-2563-28C7-B1F1-1964DDB5BC0D}"/>
              </a:ext>
            </a:extLst>
          </p:cNvPr>
          <p:cNvSpPr/>
          <p:nvPr/>
        </p:nvSpPr>
        <p:spPr>
          <a:xfrm>
            <a:off x="3023542" y="7737268"/>
            <a:ext cx="5577908" cy="2914228"/>
          </a:xfrm>
          <a:prstGeom prst="roundRect">
            <a:avLst>
              <a:gd name="adj" fmla="val 11741"/>
            </a:avLst>
          </a:prstGeom>
          <a:ln w="9525">
            <a:solidFill>
              <a:srgbClr val="0C0B3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B382B-6A86-4696-DC8B-1CDAFDAB4F7A}"/>
              </a:ext>
            </a:extLst>
          </p:cNvPr>
          <p:cNvSpPr txBox="1"/>
          <p:nvPr/>
        </p:nvSpPr>
        <p:spPr>
          <a:xfrm>
            <a:off x="976441" y="1630231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A0187A-E2B1-9FD6-FE07-25C801603B21}"/>
              </a:ext>
            </a:extLst>
          </p:cNvPr>
          <p:cNvSpPr txBox="1"/>
          <p:nvPr/>
        </p:nvSpPr>
        <p:spPr>
          <a:xfrm>
            <a:off x="976441" y="2589505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Time intel.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BBCBAA-CD08-58FC-21A2-C5FD180654A1}"/>
              </a:ext>
            </a:extLst>
          </p:cNvPr>
          <p:cNvSpPr txBox="1"/>
          <p:nvPr/>
        </p:nvSpPr>
        <p:spPr>
          <a:xfrm>
            <a:off x="976441" y="3557775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People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Rectangle: Single Corner Rounded 29">
            <a:extLst>
              <a:ext uri="{FF2B5EF4-FFF2-40B4-BE49-F238E27FC236}">
                <a16:creationId xmlns:a16="http://schemas.microsoft.com/office/drawing/2014/main" id="{714B6F9B-C785-EDCE-DE74-D0FCC7E13317}"/>
              </a:ext>
            </a:extLst>
          </p:cNvPr>
          <p:cNvSpPr/>
          <p:nvPr/>
        </p:nvSpPr>
        <p:spPr>
          <a:xfrm rot="16200000">
            <a:off x="1059638" y="-754841"/>
            <a:ext cx="906180" cy="2720654"/>
          </a:xfrm>
          <a:prstGeom prst="round1Rect">
            <a:avLst/>
          </a:prstGeom>
          <a:gradFill flip="none" rotWithShape="1">
            <a:gsLst>
              <a:gs pos="61000">
                <a:schemeClr val="accent3">
                  <a:lumMod val="0"/>
                  <a:lumOff val="100000"/>
                </a:schemeClr>
              </a:gs>
              <a:gs pos="100000">
                <a:srgbClr val="BBBAF0"/>
              </a:gs>
            </a:gsLst>
            <a:lin ang="10800000" scaled="0"/>
            <a:tileRect/>
          </a:gradFill>
          <a:ln w="12700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64D437-22B4-DF9C-3FB8-435E1E750D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31" y="200268"/>
            <a:ext cx="2469170" cy="81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7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100000">
              <a:srgbClr val="1B1971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D9768-3752-2704-65FF-61D8D8AD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48563E-5781-F415-467B-92721B973A5B}"/>
              </a:ext>
            </a:extLst>
          </p:cNvPr>
          <p:cNvSpPr/>
          <p:nvPr/>
        </p:nvSpPr>
        <p:spPr>
          <a:xfrm>
            <a:off x="152400" y="152400"/>
            <a:ext cx="19202400" cy="10668000"/>
          </a:xfrm>
          <a:prstGeom prst="roundRect">
            <a:avLst>
              <a:gd name="adj" fmla="val 1433"/>
            </a:avLst>
          </a:prstGeom>
          <a:ln w="12700">
            <a:solidFill>
              <a:srgbClr val="0C0B3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 dirty="0"/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66A730AF-B178-FEEF-05B3-B3506BC460F1}"/>
              </a:ext>
            </a:extLst>
          </p:cNvPr>
          <p:cNvSpPr/>
          <p:nvPr/>
        </p:nvSpPr>
        <p:spPr>
          <a:xfrm rot="5400000">
            <a:off x="6227300" y="-2291860"/>
            <a:ext cx="9761823" cy="16462696"/>
          </a:xfrm>
          <a:prstGeom prst="round1Rect">
            <a:avLst>
              <a:gd name="adj" fmla="val 1114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F6F0FB38-0D16-6AB7-3BA9-E467C7E1A2BE}"/>
              </a:ext>
            </a:extLst>
          </p:cNvPr>
          <p:cNvSpPr/>
          <p:nvPr/>
        </p:nvSpPr>
        <p:spPr>
          <a:xfrm>
            <a:off x="2873053" y="152399"/>
            <a:ext cx="16477941" cy="912841"/>
          </a:xfrm>
          <a:prstGeom prst="round1Rect">
            <a:avLst/>
          </a:prstGeom>
          <a:solidFill>
            <a:srgbClr val="0C0B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E812339C-1EB4-3EF2-9C6C-5354E3CD15DB}"/>
              </a:ext>
            </a:extLst>
          </p:cNvPr>
          <p:cNvSpPr/>
          <p:nvPr/>
        </p:nvSpPr>
        <p:spPr>
          <a:xfrm>
            <a:off x="3246314" y="397692"/>
            <a:ext cx="2605846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4459B498-4387-9574-12E6-5C87272E8008}"/>
              </a:ext>
            </a:extLst>
          </p:cNvPr>
          <p:cNvSpPr/>
          <p:nvPr/>
        </p:nvSpPr>
        <p:spPr>
          <a:xfrm>
            <a:off x="9601394" y="397692"/>
            <a:ext cx="3151164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3069433B-11FC-D2C6-6748-0248C54B4AA0}"/>
              </a:ext>
            </a:extLst>
          </p:cNvPr>
          <p:cNvSpPr/>
          <p:nvPr/>
        </p:nvSpPr>
        <p:spPr>
          <a:xfrm>
            <a:off x="13121640" y="397692"/>
            <a:ext cx="6073140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10" name="Plaque 9">
            <a:extLst>
              <a:ext uri="{FF2B5EF4-FFF2-40B4-BE49-F238E27FC236}">
                <a16:creationId xmlns:a16="http://schemas.microsoft.com/office/drawing/2014/main" id="{501F7ABC-25ED-3BE7-533C-7EF3F17F0B13}"/>
              </a:ext>
            </a:extLst>
          </p:cNvPr>
          <p:cNvSpPr/>
          <p:nvPr/>
        </p:nvSpPr>
        <p:spPr>
          <a:xfrm>
            <a:off x="2692770" y="2292999"/>
            <a:ext cx="1264623" cy="1097280"/>
          </a:xfrm>
          <a:prstGeom prst="plaque">
            <a:avLst/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294FE322-F55A-FBDF-3B2D-C7F2D4C546E9}"/>
              </a:ext>
            </a:extLst>
          </p:cNvPr>
          <p:cNvSpPr/>
          <p:nvPr/>
        </p:nvSpPr>
        <p:spPr>
          <a:xfrm rot="16200000">
            <a:off x="1137192" y="1648001"/>
            <a:ext cx="731521" cy="2386003"/>
          </a:xfrm>
          <a:prstGeom prst="round2SameRect">
            <a:avLst>
              <a:gd name="adj1" fmla="val 25694"/>
              <a:gd name="adj2" fmla="val 0"/>
            </a:avLst>
          </a:prstGeom>
          <a:gradFill>
            <a:gsLst>
              <a:gs pos="100000">
                <a:srgbClr val="EBEBFF"/>
              </a:gs>
              <a:gs pos="0">
                <a:srgbClr val="1B1971"/>
              </a:gs>
            </a:gsLst>
            <a:path path="circle">
              <a:fillToRect l="50000" t="-80000" r="50000" b="180000"/>
            </a:path>
          </a:gra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562122-872D-AA9A-D630-FE10CD75B685}"/>
              </a:ext>
            </a:extLst>
          </p:cNvPr>
          <p:cNvSpPr/>
          <p:nvPr/>
        </p:nvSpPr>
        <p:spPr>
          <a:xfrm>
            <a:off x="2626433" y="2482214"/>
            <a:ext cx="138734" cy="720091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9B97EB-4C99-9ECA-C14D-FE72AA7C66DD}"/>
              </a:ext>
            </a:extLst>
          </p:cNvPr>
          <p:cNvSpPr/>
          <p:nvPr/>
        </p:nvSpPr>
        <p:spPr>
          <a:xfrm rot="16200000">
            <a:off x="1134882" y="2620165"/>
            <a:ext cx="731521" cy="2382820"/>
          </a:xfrm>
          <a:prstGeom prst="roundRect">
            <a:avLst>
              <a:gd name="adj" fmla="val 27778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39" name="Graphic 38" descr="Man and woman with solid fill">
            <a:extLst>
              <a:ext uri="{FF2B5EF4-FFF2-40B4-BE49-F238E27FC236}">
                <a16:creationId xmlns:a16="http://schemas.microsoft.com/office/drawing/2014/main" id="{63F65EAF-2874-E737-D194-D1295391B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740" y="3557775"/>
            <a:ext cx="507600" cy="5076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EEF829E-BDF2-46DC-CF6B-496590432F9F}"/>
              </a:ext>
            </a:extLst>
          </p:cNvPr>
          <p:cNvSpPr/>
          <p:nvPr/>
        </p:nvSpPr>
        <p:spPr>
          <a:xfrm>
            <a:off x="2881481" y="1067145"/>
            <a:ext cx="1349232" cy="9584352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CB3325-79A2-F7C6-61A4-B818FC1F65E4}"/>
              </a:ext>
            </a:extLst>
          </p:cNvPr>
          <p:cNvSpPr/>
          <p:nvPr/>
        </p:nvSpPr>
        <p:spPr>
          <a:xfrm rot="16200000">
            <a:off x="1127981" y="684893"/>
            <a:ext cx="731521" cy="2382820"/>
          </a:xfrm>
          <a:prstGeom prst="roundRect">
            <a:avLst>
              <a:gd name="adj" fmla="val 27778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24" name="Graphic 23" descr="Projector screen with solid fill">
            <a:extLst>
              <a:ext uri="{FF2B5EF4-FFF2-40B4-BE49-F238E27FC236}">
                <a16:creationId xmlns:a16="http://schemas.microsoft.com/office/drawing/2014/main" id="{18B76D5A-6F08-36DF-A13E-613AB346D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625" y="1622946"/>
            <a:ext cx="506715" cy="506715"/>
          </a:xfrm>
          <a:prstGeom prst="rect">
            <a:avLst/>
          </a:prstGeom>
        </p:spPr>
      </p:pic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10CE8CA8-0609-60C2-84AA-C240AC98D9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740" y="2587196"/>
            <a:ext cx="507600" cy="507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CE894A-78FC-90C4-95B2-39FBDA531035}"/>
              </a:ext>
            </a:extLst>
          </p:cNvPr>
          <p:cNvSpPr txBox="1"/>
          <p:nvPr/>
        </p:nvSpPr>
        <p:spPr>
          <a:xfrm>
            <a:off x="976441" y="1630231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C0533-EE42-94ED-DB64-1F77121F5A82}"/>
              </a:ext>
            </a:extLst>
          </p:cNvPr>
          <p:cNvSpPr txBox="1"/>
          <p:nvPr/>
        </p:nvSpPr>
        <p:spPr>
          <a:xfrm>
            <a:off x="976441" y="2589505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Time intel.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017D5-D06D-C6AD-6938-E7379461E948}"/>
              </a:ext>
            </a:extLst>
          </p:cNvPr>
          <p:cNvSpPr txBox="1"/>
          <p:nvPr/>
        </p:nvSpPr>
        <p:spPr>
          <a:xfrm>
            <a:off x="976441" y="3557775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People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Single Corner Rounded 22">
            <a:extLst>
              <a:ext uri="{FF2B5EF4-FFF2-40B4-BE49-F238E27FC236}">
                <a16:creationId xmlns:a16="http://schemas.microsoft.com/office/drawing/2014/main" id="{0A8875FF-DE75-A8DF-9371-B6885D7E374C}"/>
              </a:ext>
            </a:extLst>
          </p:cNvPr>
          <p:cNvSpPr/>
          <p:nvPr/>
        </p:nvSpPr>
        <p:spPr>
          <a:xfrm rot="16200000">
            <a:off x="1059638" y="-754841"/>
            <a:ext cx="906180" cy="2720654"/>
          </a:xfrm>
          <a:prstGeom prst="round1Rect">
            <a:avLst/>
          </a:prstGeom>
          <a:gradFill flip="none" rotWithShape="1">
            <a:gsLst>
              <a:gs pos="61000">
                <a:schemeClr val="accent3">
                  <a:lumMod val="0"/>
                  <a:lumOff val="100000"/>
                </a:schemeClr>
              </a:gs>
              <a:gs pos="100000">
                <a:srgbClr val="BBBAF0"/>
              </a:gs>
            </a:gsLst>
            <a:lin ang="10800000" scaled="0"/>
            <a:tileRect/>
          </a:gradFill>
          <a:ln w="12700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D09EADD-D78B-43B5-C804-82979575F0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31" y="200268"/>
            <a:ext cx="2469170" cy="81276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F97C11-B774-FC6B-7A14-F03404BC60D0}"/>
              </a:ext>
            </a:extLst>
          </p:cNvPr>
          <p:cNvSpPr/>
          <p:nvPr/>
        </p:nvSpPr>
        <p:spPr>
          <a:xfrm>
            <a:off x="3023542" y="1203184"/>
            <a:ext cx="16171239" cy="9448311"/>
          </a:xfrm>
          <a:prstGeom prst="roundRect">
            <a:avLst>
              <a:gd name="adj" fmla="val 4943"/>
            </a:avLst>
          </a:prstGeom>
          <a:ln w="9525">
            <a:solidFill>
              <a:srgbClr val="0C0B3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 dirty="0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F775220C-14F4-C624-6515-C1BDF89477C0}"/>
              </a:ext>
            </a:extLst>
          </p:cNvPr>
          <p:cNvSpPr/>
          <p:nvPr/>
        </p:nvSpPr>
        <p:spPr>
          <a:xfrm>
            <a:off x="6423854" y="397692"/>
            <a:ext cx="2605846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</p:spTree>
    <p:extLst>
      <p:ext uri="{BB962C8B-B14F-4D97-AF65-F5344CB8AC3E}">
        <p14:creationId xmlns:p14="http://schemas.microsoft.com/office/powerpoint/2010/main" val="352835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100000">
              <a:srgbClr val="1B1971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F53AE-AFB9-F9C2-09E4-BDA93778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3B89F3-053B-0F3F-16FE-8CD1A0292969}"/>
              </a:ext>
            </a:extLst>
          </p:cNvPr>
          <p:cNvSpPr/>
          <p:nvPr/>
        </p:nvSpPr>
        <p:spPr>
          <a:xfrm>
            <a:off x="152400" y="152400"/>
            <a:ext cx="19202400" cy="10668000"/>
          </a:xfrm>
          <a:prstGeom prst="roundRect">
            <a:avLst>
              <a:gd name="adj" fmla="val 1433"/>
            </a:avLst>
          </a:prstGeom>
          <a:ln w="12700">
            <a:solidFill>
              <a:srgbClr val="0C0B3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 dirty="0"/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06C4505A-9A25-B79E-6585-E958EBCD15AB}"/>
              </a:ext>
            </a:extLst>
          </p:cNvPr>
          <p:cNvSpPr/>
          <p:nvPr/>
        </p:nvSpPr>
        <p:spPr>
          <a:xfrm rot="5400000">
            <a:off x="6235553" y="-2300112"/>
            <a:ext cx="9745318" cy="16462696"/>
          </a:xfrm>
          <a:prstGeom prst="round1Rect">
            <a:avLst>
              <a:gd name="adj" fmla="val 1114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22ADDD-6ECF-5FCF-77EB-CFF5A2F795CB}"/>
              </a:ext>
            </a:extLst>
          </p:cNvPr>
          <p:cNvSpPr/>
          <p:nvPr/>
        </p:nvSpPr>
        <p:spPr>
          <a:xfrm>
            <a:off x="9205153" y="1203184"/>
            <a:ext cx="9989627" cy="9448311"/>
          </a:xfrm>
          <a:prstGeom prst="roundRect">
            <a:avLst>
              <a:gd name="adj" fmla="val 4943"/>
            </a:avLst>
          </a:prstGeom>
          <a:ln w="9525">
            <a:solidFill>
              <a:srgbClr val="0C0B3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 dirty="0"/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4E8CE867-ABE1-C73A-97AB-525DCDFD1715}"/>
              </a:ext>
            </a:extLst>
          </p:cNvPr>
          <p:cNvSpPr/>
          <p:nvPr/>
        </p:nvSpPr>
        <p:spPr>
          <a:xfrm>
            <a:off x="2873053" y="152399"/>
            <a:ext cx="16477941" cy="912841"/>
          </a:xfrm>
          <a:prstGeom prst="round1Rect">
            <a:avLst/>
          </a:prstGeom>
          <a:solidFill>
            <a:srgbClr val="0C0B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C98D4E58-F22F-90B2-DB22-B7FEDCCE452F}"/>
              </a:ext>
            </a:extLst>
          </p:cNvPr>
          <p:cNvSpPr/>
          <p:nvPr/>
        </p:nvSpPr>
        <p:spPr>
          <a:xfrm>
            <a:off x="10591994" y="397692"/>
            <a:ext cx="3151164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BBEFD890-2C0B-BE39-B108-A320E55FE6E9}"/>
              </a:ext>
            </a:extLst>
          </p:cNvPr>
          <p:cNvSpPr/>
          <p:nvPr/>
        </p:nvSpPr>
        <p:spPr>
          <a:xfrm>
            <a:off x="14706794" y="397692"/>
            <a:ext cx="3151164" cy="68120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EBEBFF"/>
              </a:gs>
              <a:gs pos="0">
                <a:srgbClr val="1B197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6D45B8-3609-90CA-0E18-CAD5BF469C9B}"/>
              </a:ext>
            </a:extLst>
          </p:cNvPr>
          <p:cNvSpPr/>
          <p:nvPr/>
        </p:nvSpPr>
        <p:spPr>
          <a:xfrm rot="16200000">
            <a:off x="1138068" y="688187"/>
            <a:ext cx="731521" cy="2382820"/>
          </a:xfrm>
          <a:prstGeom prst="roundRect">
            <a:avLst>
              <a:gd name="adj" fmla="val 27778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24" name="Graphic 23" descr="Projector screen with solid fill">
            <a:extLst>
              <a:ext uri="{FF2B5EF4-FFF2-40B4-BE49-F238E27FC236}">
                <a16:creationId xmlns:a16="http://schemas.microsoft.com/office/drawing/2014/main" id="{F3D6D262-525C-3609-2A9F-C4D0C7F3A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625" y="1626239"/>
            <a:ext cx="506715" cy="506715"/>
          </a:xfrm>
          <a:prstGeom prst="rect">
            <a:avLst/>
          </a:prstGeom>
        </p:spPr>
      </p:pic>
      <p:sp>
        <p:nvSpPr>
          <p:cNvPr id="14" name="Plaque 13">
            <a:extLst>
              <a:ext uri="{FF2B5EF4-FFF2-40B4-BE49-F238E27FC236}">
                <a16:creationId xmlns:a16="http://schemas.microsoft.com/office/drawing/2014/main" id="{0B08AB21-08A9-BD7C-DCF9-3E094E0C56D0}"/>
              </a:ext>
            </a:extLst>
          </p:cNvPr>
          <p:cNvSpPr/>
          <p:nvPr/>
        </p:nvSpPr>
        <p:spPr>
          <a:xfrm>
            <a:off x="2692052" y="3254149"/>
            <a:ext cx="1264623" cy="1097280"/>
          </a:xfrm>
          <a:prstGeom prst="plaque">
            <a:avLst/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5F9366A3-F23C-7356-2D68-FC0C4FFB8644}"/>
              </a:ext>
            </a:extLst>
          </p:cNvPr>
          <p:cNvSpPr/>
          <p:nvPr/>
        </p:nvSpPr>
        <p:spPr>
          <a:xfrm rot="16200000">
            <a:off x="1136474" y="2609151"/>
            <a:ext cx="731521" cy="2386003"/>
          </a:xfrm>
          <a:prstGeom prst="round2SameRect">
            <a:avLst>
              <a:gd name="adj1" fmla="val 25694"/>
              <a:gd name="adj2" fmla="val 0"/>
            </a:avLst>
          </a:prstGeom>
          <a:gradFill>
            <a:gsLst>
              <a:gs pos="100000">
                <a:srgbClr val="EBEBFF"/>
              </a:gs>
              <a:gs pos="0">
                <a:srgbClr val="1B1971"/>
              </a:gs>
            </a:gsLst>
            <a:path path="circle">
              <a:fillToRect l="50000" t="-80000" r="50000" b="180000"/>
            </a:path>
          </a:gra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F85834-341C-0E6A-08FD-8401DDC66BEC}"/>
              </a:ext>
            </a:extLst>
          </p:cNvPr>
          <p:cNvSpPr/>
          <p:nvPr/>
        </p:nvSpPr>
        <p:spPr>
          <a:xfrm>
            <a:off x="2625715" y="3444648"/>
            <a:ext cx="138734" cy="719682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02F76-1F68-C191-C33C-4779CEA2FDB9}"/>
              </a:ext>
            </a:extLst>
          </p:cNvPr>
          <p:cNvSpPr/>
          <p:nvPr/>
        </p:nvSpPr>
        <p:spPr>
          <a:xfrm rot="16200000">
            <a:off x="1134883" y="1652529"/>
            <a:ext cx="731521" cy="2382820"/>
          </a:xfrm>
          <a:prstGeom prst="roundRect">
            <a:avLst>
              <a:gd name="adj" fmla="val 27778"/>
            </a:avLst>
          </a:prstGeom>
          <a:solidFill>
            <a:srgbClr val="EBEBFF"/>
          </a:solidFill>
          <a:ln w="9525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39" name="Graphic 38" descr="Man and woman with solid fill">
            <a:extLst>
              <a:ext uri="{FF2B5EF4-FFF2-40B4-BE49-F238E27FC236}">
                <a16:creationId xmlns:a16="http://schemas.microsoft.com/office/drawing/2014/main" id="{FD91367D-4A9B-2DB3-AB43-DF43D0A387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740" y="3548353"/>
            <a:ext cx="507600" cy="507600"/>
          </a:xfrm>
          <a:prstGeom prst="rect">
            <a:avLst/>
          </a:prstGeom>
        </p:spPr>
      </p:pic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6179438E-BE81-F6E5-0C3D-C9BC55776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740" y="2583871"/>
            <a:ext cx="507600" cy="5076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195BA8C-571C-3DA8-E332-973A5F85D265}"/>
              </a:ext>
            </a:extLst>
          </p:cNvPr>
          <p:cNvSpPr/>
          <p:nvPr/>
        </p:nvSpPr>
        <p:spPr>
          <a:xfrm>
            <a:off x="2881481" y="1067145"/>
            <a:ext cx="1349232" cy="9584352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9FED95-6BA0-09EF-95BE-C74AFD950741}"/>
              </a:ext>
            </a:extLst>
          </p:cNvPr>
          <p:cNvSpPr/>
          <p:nvPr/>
        </p:nvSpPr>
        <p:spPr>
          <a:xfrm>
            <a:off x="3023541" y="1203180"/>
            <a:ext cx="6036829" cy="4984260"/>
          </a:xfrm>
          <a:prstGeom prst="roundRect">
            <a:avLst>
              <a:gd name="adj" fmla="val 10752"/>
            </a:avLst>
          </a:prstGeom>
          <a:ln w="9525">
            <a:solidFill>
              <a:srgbClr val="0C0B3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3B727C-D1A2-7575-E4CA-4EABE316A4CB}"/>
              </a:ext>
            </a:extLst>
          </p:cNvPr>
          <p:cNvSpPr/>
          <p:nvPr/>
        </p:nvSpPr>
        <p:spPr>
          <a:xfrm>
            <a:off x="3023542" y="6316980"/>
            <a:ext cx="6036828" cy="4334516"/>
          </a:xfrm>
          <a:prstGeom prst="roundRect">
            <a:avLst>
              <a:gd name="adj" fmla="val 11741"/>
            </a:avLst>
          </a:prstGeom>
          <a:ln w="9525">
            <a:solidFill>
              <a:srgbClr val="0C0B3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KZ" sz="7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4FA172-EC42-084C-2D92-ACDD2B58EC25}"/>
              </a:ext>
            </a:extLst>
          </p:cNvPr>
          <p:cNvSpPr txBox="1"/>
          <p:nvPr/>
        </p:nvSpPr>
        <p:spPr>
          <a:xfrm>
            <a:off x="976441" y="1630231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FA27C9-690F-827D-222B-9C8D2374DCD6}"/>
              </a:ext>
            </a:extLst>
          </p:cNvPr>
          <p:cNvSpPr txBox="1"/>
          <p:nvPr/>
        </p:nvSpPr>
        <p:spPr>
          <a:xfrm>
            <a:off x="976441" y="2589505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Time intel.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C09E8B-33C2-3077-FF9A-52E244BFFE11}"/>
              </a:ext>
            </a:extLst>
          </p:cNvPr>
          <p:cNvSpPr txBox="1"/>
          <p:nvPr/>
        </p:nvSpPr>
        <p:spPr>
          <a:xfrm>
            <a:off x="976441" y="3557775"/>
            <a:ext cx="2200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People</a:t>
            </a:r>
            <a:endParaRPr lang="ru-KZ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7B00593D-7BA6-B4A5-BE77-62F8EB55AE27}"/>
              </a:ext>
            </a:extLst>
          </p:cNvPr>
          <p:cNvSpPr/>
          <p:nvPr/>
        </p:nvSpPr>
        <p:spPr>
          <a:xfrm rot="16200000">
            <a:off x="1059638" y="-754841"/>
            <a:ext cx="906180" cy="2720654"/>
          </a:xfrm>
          <a:prstGeom prst="round1Rect">
            <a:avLst/>
          </a:prstGeom>
          <a:gradFill flip="none" rotWithShape="1">
            <a:gsLst>
              <a:gs pos="61000">
                <a:schemeClr val="accent3">
                  <a:lumMod val="0"/>
                  <a:lumOff val="100000"/>
                </a:schemeClr>
              </a:gs>
              <a:gs pos="100000">
                <a:srgbClr val="BBBAF0"/>
              </a:gs>
            </a:gsLst>
            <a:lin ang="10800000" scaled="0"/>
            <a:tileRect/>
          </a:gradFill>
          <a:ln w="12700">
            <a:solidFill>
              <a:srgbClr val="0C0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7E75CE-B215-F71B-33C3-B366A2A978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31" y="200268"/>
            <a:ext cx="2469170" cy="81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7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685</TotalTime>
  <Words>21</Words>
  <Application>Microsoft Office PowerPoint</Application>
  <PresentationFormat>Custom</PresentationFormat>
  <Paragraphs>15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Yessenkhan Dildabek</dc:creator>
  <cp:lastModifiedBy>Yessenkhan Dildabek</cp:lastModifiedBy>
  <cp:revision>26</cp:revision>
  <dcterms:created xsi:type="dcterms:W3CDTF">2025-08-08T12:59:19Z</dcterms:created>
  <dcterms:modified xsi:type="dcterms:W3CDTF">2025-08-24T18:26:19Z</dcterms:modified>
</cp:coreProperties>
</file>